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4b6b05f62644f0" /><Relationship Type="http://schemas.openxmlformats.org/officeDocument/2006/relationships/extended-properties" Target="/docProps/app.xml" Id="R732cfb497ed8407a" /><Relationship Type="http://schemas.openxmlformats.org/officeDocument/2006/relationships/officeDocument" Target="/ppt/presentation.xml" Id="R8015c4db74a645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ddcdb5df5c401a"/>
  </p:sldMasterIdLst>
  <p:notesMasterIdLst>
    <p:notesMasterId xmlns:r="http://schemas.openxmlformats.org/officeDocument/2006/relationships" r:id="R5463a88800ff4d82"/>
  </p:notesMasterIdLst>
  <p:sldIdLst>
    <p:sldId xmlns:r="http://schemas.openxmlformats.org/officeDocument/2006/relationships" id="256" r:id="R5d0eb923e4c34c39"/>
    <p:sldId xmlns:r="http://schemas.openxmlformats.org/officeDocument/2006/relationships" id="257" r:id="Ra9e53919bf8544d1"/>
    <p:sldId xmlns:r="http://schemas.openxmlformats.org/officeDocument/2006/relationships" id="258" r:id="Ra08dec931b3a428a"/>
    <p:sldId xmlns:r="http://schemas.openxmlformats.org/officeDocument/2006/relationships" id="259" r:id="R599f3e21be87407c"/>
    <p:sldId xmlns:r="http://schemas.openxmlformats.org/officeDocument/2006/relationships" id="260" r:id="R73ff68383a3246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c4a5f8062b4297" /><Relationship Type="http://schemas.openxmlformats.org/officeDocument/2006/relationships/slideMaster" Target="/ppt/slideMasters/slideMaster1.xml" Id="R98ddcdb5df5c401a" /><Relationship Type="http://schemas.openxmlformats.org/officeDocument/2006/relationships/notesMaster" Target="/ppt/notesMasters/notesMaster1.xml" Id="R5463a88800ff4d82" /><Relationship Type="http://schemas.openxmlformats.org/officeDocument/2006/relationships/presProps" Target="/ppt/presProps.xml" Id="R81d3f16c02274b6d" /><Relationship Type="http://schemas.openxmlformats.org/officeDocument/2006/relationships/tableStyles" Target="/ppt/tableStyles.xml" Id="Rb090063af72946e2" /><Relationship Type="http://schemas.openxmlformats.org/officeDocument/2006/relationships/slide" Target="/ppt/slides/slide1.xml" Id="R5d0eb923e4c34c39" /><Relationship Type="http://schemas.openxmlformats.org/officeDocument/2006/relationships/slide" Target="/ppt/slides/slide2.xml" Id="Ra9e53919bf8544d1" /><Relationship Type="http://schemas.openxmlformats.org/officeDocument/2006/relationships/slide" Target="/ppt/slides/slide3.xml" Id="Ra08dec931b3a428a" /><Relationship Type="http://schemas.openxmlformats.org/officeDocument/2006/relationships/slide" Target="/ppt/slides/slide4.xml" Id="R599f3e21be87407c" /><Relationship Type="http://schemas.openxmlformats.org/officeDocument/2006/relationships/slide" Target="/ppt/slides/slide5.xml" Id="R73ff68383a3246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6b25cf0dae4b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87013fe2b64894" /><Relationship Type="http://schemas.openxmlformats.org/officeDocument/2006/relationships/notesMaster" Target="/ppt/notesMasters/notesMaster1.xml" Id="Re597197245074f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d8f0f4339449e3" /><Relationship Type="http://schemas.openxmlformats.org/officeDocument/2006/relationships/notesMaster" Target="/ppt/notesMasters/notesMaster1.xml" Id="R59b5c95ac92d40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7d7c72f30545b6" /><Relationship Type="http://schemas.openxmlformats.org/officeDocument/2006/relationships/notesMaster" Target="/ppt/notesMasters/notesMaster1.xml" Id="R08bed4d6137241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2aa899a2d41fe" /><Relationship Type="http://schemas.openxmlformats.org/officeDocument/2006/relationships/notesMaster" Target="/ppt/notesMasters/notesMaster1.xml" Id="R85c2f721760342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03f93c2f9a4644" /><Relationship Type="http://schemas.openxmlformats.org/officeDocument/2006/relationships/notesMaster" Target="/ppt/notesMasters/notesMaster1.xml" Id="R9959d4c4fd2849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內容、路線、預算與景點資訊：使用者提供的《高屏旅遊規劃.md》；本簡報沿用其中的主推薦自駕舒適版與估算值。</a:t>
            </a:r>
          </a:p>
          <a:p xmlns:a="http://schemas.openxmlformats.org/drawingml/2006/main">
            <a:r>
              <a:t>- 日期未指定；價格、營業時間、班次與佳樂水票價可能變動，出發前請以官方公告與實際訂房／租車頁為準。</a:t>
            </a:r>
          </a:p>
          <a:p xmlns:a="http://schemas.openxmlformats.org/drawingml/2006/main">
            <a:r>
              <a:t>- 視覺與版面：OpenAI imagegen 於 2026-09-02 生成；未使用外部圖片或外部圖庫素材。</a:t>
            </a:r>
          </a:p>
          <a:p xmlns:a="http://schemas.openxmlformats.org/drawingml/2006/main">
            <a:r>
              <a:t>- 本頁用途：封面：以旅遊主張與兩人預算先建立期待。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內容、路線、預算與景點資訊：使用者提供的《高屏旅遊規劃.md》；本簡報沿用其中的主推薦自駕舒適版與估算值。</a:t>
            </a:r>
          </a:p>
          <a:p xmlns:a="http://schemas.openxmlformats.org/drawingml/2006/main">
            <a:r>
              <a:t>- 日期未指定；價格、營業時間、班次與佳樂水票價可能變動，出發前請以官方公告與實際訂房／租車頁為準。</a:t>
            </a:r>
          </a:p>
          <a:p xmlns:a="http://schemas.openxmlformats.org/drawingml/2006/main">
            <a:r>
              <a:t>- 視覺與版面：OpenAI imagegen 於 2026-09-02 生成；未使用外部圖片或外部圖庫素材。</a:t>
            </a:r>
          </a:p>
          <a:p xmlns:a="http://schemas.openxmlformats.org/drawingml/2006/main">
            <a:r>
              <a:t>- 本頁用途：路線概覽：把東港文化海味與滿州東岸自然串成一趟旅程。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內容、路線、預算與景點資訊：使用者提供的《高屏旅遊規劃.md》；本簡報沿用其中的主推薦自駕舒適版與估算值。</a:t>
            </a:r>
          </a:p>
          <a:p xmlns:a="http://schemas.openxmlformats.org/drawingml/2006/main">
            <a:r>
              <a:t>- 日期未指定；價格、營業時間、班次與佳樂水票價可能變動，出發前請以官方公告與實際訂房／租車頁為準。</a:t>
            </a:r>
          </a:p>
          <a:p xmlns:a="http://schemas.openxmlformats.org/drawingml/2006/main">
            <a:r>
              <a:t>- 視覺與版面：OpenAI imagegen 於 2026-09-02 生成；未使用外部圖片或外部圖庫素材。</a:t>
            </a:r>
          </a:p>
          <a:p xmlns:a="http://schemas.openxmlformats.org/drawingml/2006/main">
            <a:r>
              <a:t>- 本頁用途：Day 1：以文化、在地市場與大鵬灣夕照形成由早到晚的節奏。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內容、路線、預算與景點資訊：使用者提供的《高屏旅遊規劃.md》；本簡報沿用其中的主推薦自駕舒適版與估算值。</a:t>
            </a:r>
          </a:p>
          <a:p xmlns:a="http://schemas.openxmlformats.org/drawingml/2006/main">
            <a:r>
              <a:t>- 日期未指定；價格、營業時間、班次與佳樂水票價可能變動，出發前請以官方公告與實際訂房／租車頁為準。</a:t>
            </a:r>
          </a:p>
          <a:p xmlns:a="http://schemas.openxmlformats.org/drawingml/2006/main">
            <a:r>
              <a:t>- 視覺與版面：OpenAI imagegen 於 2026-09-02 生成；未使用外部圖片或外部圖庫素材。</a:t>
            </a:r>
          </a:p>
          <a:p xmlns:a="http://schemas.openxmlformats.org/drawingml/2006/main">
            <a:r>
              <a:t>- 本頁用途：Day 2：用自駕把分散的東岸景點串成完整的海景環線。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內容、路線、預算與景點資訊：使用者提供的《高屏旅遊規劃.md》；本簡報沿用其中的主推薦自駕舒適版與估算值。</a:t>
            </a:r>
          </a:p>
          <a:p xmlns:a="http://schemas.openxmlformats.org/drawingml/2006/main">
            <a:r>
              <a:t>- 日期未指定；價格、營業時間、班次與佳樂水票價可能變動，出發前請以官方公告與實際訂房／租車頁為準。</a:t>
            </a:r>
          </a:p>
          <a:p xmlns:a="http://schemas.openxmlformats.org/drawingml/2006/main">
            <a:r>
              <a:t>- 視覺與版面：OpenAI imagegen 於 2026-09-02 生成；未使用外部圖片或外部圖庫素材。</a:t>
            </a:r>
          </a:p>
          <a:p xmlns:a="http://schemas.openxmlformats.org/drawingml/2006/main">
            <a:r>
              <a:t>- 本頁用途：收尾：把主推薦預算、緩衝與出發前核對順序一次講清楚。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5346079a940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e86b50cf904adb" /><Relationship Type="http://schemas.openxmlformats.org/officeDocument/2006/relationships/slideLayout" Target="/ppt/slideLayouts/slideLayout1.xml" Id="Rf79109c73fb345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9109c73fb345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587e515f84c9e" /><Relationship Type="http://schemas.openxmlformats.org/officeDocument/2006/relationships/image" Target="/ppt/media/image.png" Id="Rc9863237318d4e0c" /><Relationship Type="http://schemas.openxmlformats.org/officeDocument/2006/relationships/notesSlide" Target="/ppt/notesSlides/notesSlide1.xml" Id="R44e30792f1a34f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6257fa6df4ef7" /><Relationship Type="http://schemas.openxmlformats.org/officeDocument/2006/relationships/image" Target="/ppt/media/image2.png" Id="Rdae78695b5774b2d" /><Relationship Type="http://schemas.openxmlformats.org/officeDocument/2006/relationships/notesSlide" Target="/ppt/notesSlides/notesSlide2.xml" Id="R29383e8072c543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af828f22b4f29" /><Relationship Type="http://schemas.openxmlformats.org/officeDocument/2006/relationships/image" Target="/ppt/media/image3.png" Id="Reca34fa0d5af4423" /><Relationship Type="http://schemas.openxmlformats.org/officeDocument/2006/relationships/notesSlide" Target="/ppt/notesSlides/notesSlide3.xml" Id="R04df2360e62240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a2f6153664cd1" /><Relationship Type="http://schemas.openxmlformats.org/officeDocument/2006/relationships/image" Target="/ppt/media/image4.png" Id="R30dcfe9dc35b4dce" /><Relationship Type="http://schemas.openxmlformats.org/officeDocument/2006/relationships/notesSlide" Target="/ppt/notesSlides/notesSlide4.xml" Id="R47cd0b6d06fd49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ce25ff70e43e1" /><Relationship Type="http://schemas.openxmlformats.org/officeDocument/2006/relationships/image" Target="/ppt/media/image5.png" Id="R5e0f53680d95418c" /><Relationship Type="http://schemas.openxmlformats.org/officeDocument/2006/relationships/notesSlide" Target="/ppt/notesSlides/notesSlide5.xml" Id="R26395818013145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63237318d4e0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9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78695b5774b2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23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34fa0d5af44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19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cfe9dc35b4dc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68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f53680d9541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56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2026-09-02T15:23:44.3290000Z</dcterms:created>
  <dcterms:modified xsi:type="dcterms:W3CDTF">2026-09-02T15:23:44.3290000Z</dcterms:modified>
</coreProperties>
</file>